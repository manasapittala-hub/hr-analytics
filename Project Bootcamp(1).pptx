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  <a:endParaRPr lang="en-IN" sz="4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541930" y="1506071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HR Analytics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Employee Retention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HR_1 &amp; HR_2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50k records each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46847" y="1308847"/>
            <a:ext cx="112327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Attrition rate for all Departments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Hourly rate of Male Research Scientist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Monthly income stats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working years for each Department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Job Role Vs Work life balance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Year since last promotion relation</a:t>
            </a: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WPS Presentation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B Harish</cp:lastModifiedBy>
  <cp:revision>31</cp:revision>
  <dcterms:created xsi:type="dcterms:W3CDTF">2022-01-08T11:53:00Z</dcterms:created>
  <dcterms:modified xsi:type="dcterms:W3CDTF">2025-02-03T10:32:05Z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419CC4D5BEA744EBB5EB3CB21E8149B2_12</vt:lpwstr>
  </property>
  <property fmtid="{D5CDD505-2E9C-101B-9397-08002B2CF9AE}" pid="3" name="KSOProductBuildVer">
    <vt:lpwstr>1033-12.2.0.19805</vt:lpwstr>
  </property>
</Properties>
</file>